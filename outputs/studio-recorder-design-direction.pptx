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30b7daccda4671" /><Relationship Type="http://schemas.openxmlformats.org/officeDocument/2006/relationships/extended-properties" Target="/docProps/app.xml" Id="R525f47b9a6964823" /><Relationship Type="http://schemas.openxmlformats.org/officeDocument/2006/relationships/officeDocument" Target="/ppt/presentation.xml" Id="R48204f5a3a3243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c039e334014d11"/>
  </p:sldMasterIdLst>
  <p:notesMasterIdLst>
    <p:notesMasterId xmlns:r="http://schemas.openxmlformats.org/officeDocument/2006/relationships" r:id="R9794c3f1eeda474d"/>
  </p:notesMasterIdLst>
  <p:sldIdLst>
    <p:sldId xmlns:r="http://schemas.openxmlformats.org/officeDocument/2006/relationships" id="256" r:id="Rda9f20f6af784c2f"/>
    <p:sldId xmlns:r="http://schemas.openxmlformats.org/officeDocument/2006/relationships" id="257" r:id="R147ea097b70142b3"/>
    <p:sldId xmlns:r="http://schemas.openxmlformats.org/officeDocument/2006/relationships" id="258" r:id="Re983601fd5164be2"/>
    <p:sldId xmlns:r="http://schemas.openxmlformats.org/officeDocument/2006/relationships" id="259" r:id="R123ea43d2baa4061"/>
    <p:sldId xmlns:r="http://schemas.openxmlformats.org/officeDocument/2006/relationships" id="260" r:id="R6af0de91d5cf40bb"/>
    <p:sldId xmlns:r="http://schemas.openxmlformats.org/officeDocument/2006/relationships" id="261" r:id="Rf2283ab12d31491c"/>
    <p:sldId xmlns:r="http://schemas.openxmlformats.org/officeDocument/2006/relationships" id="262" r:id="R3b03803f657b4d0a"/>
    <p:sldId xmlns:r="http://schemas.openxmlformats.org/officeDocument/2006/relationships" id="263" r:id="R3014184ba7994cbb"/>
    <p:sldId xmlns:r="http://schemas.openxmlformats.org/officeDocument/2006/relationships" id="264" r:id="R5f7c5f2143e04257"/>
    <p:sldId xmlns:r="http://schemas.openxmlformats.org/officeDocument/2006/relationships" id="265" r:id="Rb1ab1484b5c84e5f"/>
    <p:sldId xmlns:r="http://schemas.openxmlformats.org/officeDocument/2006/relationships" id="266" r:id="Rbd0f7e9e708f484c"/>
    <p:sldId xmlns:r="http://schemas.openxmlformats.org/officeDocument/2006/relationships" id="267" r:id="Re3352387d18e40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7e5938192641a4" /><Relationship Type="http://schemas.openxmlformats.org/officeDocument/2006/relationships/slideMaster" Target="/ppt/slideMasters/slideMaster1.xml" Id="R62c039e334014d11" /><Relationship Type="http://schemas.openxmlformats.org/officeDocument/2006/relationships/notesMaster" Target="/ppt/notesMasters/notesMaster1.xml" Id="R9794c3f1eeda474d" /><Relationship Type="http://schemas.openxmlformats.org/officeDocument/2006/relationships/presProps" Target="/ppt/presProps.xml" Id="R42851929cbe94497" /><Relationship Type="http://schemas.openxmlformats.org/officeDocument/2006/relationships/tableStyles" Target="/ppt/tableStyles.xml" Id="R38faf4472db84d5b" /><Relationship Type="http://schemas.openxmlformats.org/officeDocument/2006/relationships/slide" Target="/ppt/slides/slide1.xml" Id="Rda9f20f6af784c2f" /><Relationship Type="http://schemas.openxmlformats.org/officeDocument/2006/relationships/slide" Target="/ppt/slides/slide2.xml" Id="R147ea097b70142b3" /><Relationship Type="http://schemas.openxmlformats.org/officeDocument/2006/relationships/slide" Target="/ppt/slides/slide3.xml" Id="Re983601fd5164be2" /><Relationship Type="http://schemas.openxmlformats.org/officeDocument/2006/relationships/slide" Target="/ppt/slides/slide4.xml" Id="R123ea43d2baa4061" /><Relationship Type="http://schemas.openxmlformats.org/officeDocument/2006/relationships/slide" Target="/ppt/slides/slide5.xml" Id="R6af0de91d5cf40bb" /><Relationship Type="http://schemas.openxmlformats.org/officeDocument/2006/relationships/slide" Target="/ppt/slides/slide6.xml" Id="Rf2283ab12d31491c" /><Relationship Type="http://schemas.openxmlformats.org/officeDocument/2006/relationships/slide" Target="/ppt/slides/slide7.xml" Id="R3b03803f657b4d0a" /><Relationship Type="http://schemas.openxmlformats.org/officeDocument/2006/relationships/slide" Target="/ppt/slides/slide8.xml" Id="R3014184ba7994cbb" /><Relationship Type="http://schemas.openxmlformats.org/officeDocument/2006/relationships/slide" Target="/ppt/slides/slide9.xml" Id="R5f7c5f2143e04257" /><Relationship Type="http://schemas.openxmlformats.org/officeDocument/2006/relationships/slide" Target="/ppt/slides/slide10.xml" Id="Rb1ab1484b5c84e5f" /><Relationship Type="http://schemas.openxmlformats.org/officeDocument/2006/relationships/slide" Target="/ppt/slides/slide11.xml" Id="Rbd0f7e9e708f484c" /><Relationship Type="http://schemas.openxmlformats.org/officeDocument/2006/relationships/slide" Target="/ppt/slides/slide12.xml" Id="Re3352387d18e40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b64574bc5044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524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266700" dist="114300" dir="5400000">
              <a:srgbClr val="5A1713">
                <a:alpha val="3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6e5db6e6134ed8" /><Relationship Type="http://schemas.openxmlformats.org/officeDocument/2006/relationships/notesMaster" Target="/ppt/notesMasters/notesMaster1.xml" Id="R5fcf8497e03c4a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d5b190b16f4e76" /><Relationship Type="http://schemas.openxmlformats.org/officeDocument/2006/relationships/notesMaster" Target="/ppt/notesMasters/notesMaster1.xml" Id="Rf40a8b5e4e5a4d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75f0f1a1024911" /><Relationship Type="http://schemas.openxmlformats.org/officeDocument/2006/relationships/notesMaster" Target="/ppt/notesMasters/notesMaster1.xml" Id="Re21ea26f6d594f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f5df866b1e4d8b" /><Relationship Type="http://schemas.openxmlformats.org/officeDocument/2006/relationships/notesMaster" Target="/ppt/notesMasters/notesMaster1.xml" Id="Rc0632b1398064b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89460095414951" /><Relationship Type="http://schemas.openxmlformats.org/officeDocument/2006/relationships/notesMaster" Target="/ppt/notesMasters/notesMaster1.xml" Id="R1eb341b59bb245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151b2fc99245b7" /><Relationship Type="http://schemas.openxmlformats.org/officeDocument/2006/relationships/notesMaster" Target="/ppt/notesMasters/notesMaster1.xml" Id="R99b057ec7be842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2cd6de826d40f6" /><Relationship Type="http://schemas.openxmlformats.org/officeDocument/2006/relationships/notesMaster" Target="/ppt/notesMasters/notesMaster1.xml" Id="R081d7dda08bd41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4bea5780d4dc3" /><Relationship Type="http://schemas.openxmlformats.org/officeDocument/2006/relationships/notesMaster" Target="/ppt/notesMasters/notesMaster1.xml" Id="R090ed5f74b494f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c8bc1abb264635" /><Relationship Type="http://schemas.openxmlformats.org/officeDocument/2006/relationships/notesMaster" Target="/ppt/notesMasters/notesMaster1.xml" Id="R736b718c682b40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9765cb43424ee0" /><Relationship Type="http://schemas.openxmlformats.org/officeDocument/2006/relationships/notesMaster" Target="/ppt/notesMasters/notesMaster1.xml" Id="R5335c722525444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7cd105f0d748ff" /><Relationship Type="http://schemas.openxmlformats.org/officeDocument/2006/relationships/notesMaster" Target="/ppt/notesMasters/notesMaster1.xml" Id="R09e324f02e5946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02db32cf6c4779" /><Relationship Type="http://schemas.openxmlformats.org/officeDocument/2006/relationships/notesMaster" Target="/ppt/notesMasters/notesMaster1.xml" Id="Re199e085f75645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90b3c7d7343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7f1d7af044341" /><Relationship Type="http://schemas.openxmlformats.org/officeDocument/2006/relationships/slideLayout" Target="/ppt/slideLayouts/slideLayout1.xml" Id="Rd597294a968749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97294a968749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524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266700" dist="114300" dir="5400000">
              <a:srgbClr val="5A1713">
                <a:alpha val="3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675361cf64996" /><Relationship Type="http://schemas.openxmlformats.org/officeDocument/2006/relationships/notesSlide" Target="/ppt/notesSlides/notesSlide1.xml" Id="Reaaa4fff5fdd48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cd192f7894885" /><Relationship Type="http://schemas.openxmlformats.org/officeDocument/2006/relationships/image" Target="/ppt/media/image.png" Id="R1e9e9195742b43f6" /><Relationship Type="http://schemas.openxmlformats.org/officeDocument/2006/relationships/notesSlide" Target="/ppt/notesSlides/notesSlide2.xml" Id="Rb50ff568b10a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d8350d3224d42" /><Relationship Type="http://schemas.openxmlformats.org/officeDocument/2006/relationships/notesSlide" Target="/ppt/notesSlides/notesSlide3.xml" Id="Rab3dfb633a404a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5bd197fe240ee" /><Relationship Type="http://schemas.openxmlformats.org/officeDocument/2006/relationships/image" Target="/ppt/media/image2.png" Id="Rf8b6ce387d624037" /><Relationship Type="http://schemas.openxmlformats.org/officeDocument/2006/relationships/notesSlide" Target="/ppt/notesSlides/notesSlide4.xml" Id="R50d86cf5c43d45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f1da1bff44df4" /><Relationship Type="http://schemas.openxmlformats.org/officeDocument/2006/relationships/image" Target="/ppt/media/image3.png" Id="R1a300f33b2c84530" /><Relationship Type="http://schemas.openxmlformats.org/officeDocument/2006/relationships/notesSlide" Target="/ppt/notesSlides/notesSlide5.xml" Id="R53556a26a8fb42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b8e424d374771" /><Relationship Type="http://schemas.openxmlformats.org/officeDocument/2006/relationships/image" Target="/ppt/media/image4.png" Id="R73e5a3e6f26b4fa0" /><Relationship Type="http://schemas.openxmlformats.org/officeDocument/2006/relationships/notesSlide" Target="/ppt/notesSlides/notesSlide6.xml" Id="R7af2344f15e449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57df9b5cf4ed5" /><Relationship Type="http://schemas.openxmlformats.org/officeDocument/2006/relationships/image" Target="/ppt/media/image5.png" Id="Re3ee3da5918b47cd" /><Relationship Type="http://schemas.openxmlformats.org/officeDocument/2006/relationships/notesSlide" Target="/ppt/notesSlides/notesSlide7.xml" Id="Rbc756e29e57849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c3133a66c4c38" /><Relationship Type="http://schemas.openxmlformats.org/officeDocument/2006/relationships/image" Target="/ppt/media/image6.png" Id="R278db3dfaf0c449d" /><Relationship Type="http://schemas.openxmlformats.org/officeDocument/2006/relationships/notesSlide" Target="/ppt/notesSlides/notesSlide8.xml" Id="R274fd074ff0048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8ea1a28784b7d" /><Relationship Type="http://schemas.openxmlformats.org/officeDocument/2006/relationships/image" Target="/ppt/media/image7.png" Id="Rb6a30d40d7dc4cf7" /><Relationship Type="http://schemas.openxmlformats.org/officeDocument/2006/relationships/notesSlide" Target="/ppt/notesSlides/notesSlide9.xml" Id="R68a20d9a527547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7c04c34374225" /><Relationship Type="http://schemas.openxmlformats.org/officeDocument/2006/relationships/image" Target="/ppt/media/image8.png" Id="Rf7dc5707c9654e09" /><Relationship Type="http://schemas.openxmlformats.org/officeDocument/2006/relationships/notesSlide" Target="/ppt/notesSlides/notesSlide10.xml" Id="R7eb594aaf06949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102e9f2b54fb9" /><Relationship Type="http://schemas.openxmlformats.org/officeDocument/2006/relationships/notesSlide" Target="/ppt/notesSlides/notesSlide11.xml" Id="R22395e459de14e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546f763f8465a" /><Relationship Type="http://schemas.openxmlformats.org/officeDocument/2006/relationships/notesSlide" Target="/ppt/notesSlides/notesSlide12.xml" Id="R0e017909cac4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7CEA85-CE8C-40C5-BE6E-13159BA2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81965" cy="48196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B2C30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8D6C0-C14A-48AE-9A58-A6504B3A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9" y="798195"/>
            <a:ext cx="54769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5AA46-B6D6-48B3-8EA9-08D35B39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8" y="798195"/>
            <a:ext cx="54769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B1595-6962-4715-BB86-226E8572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675B"/>
                </a:solidFill>
              </a:defRPr>
            </a:pPr>
            <a:r>
              <a:rPr sz="1200" b="1">
                <a:solidFill>
                  <a:srgbClr val="E6675B"/>
                </a:solidFill>
              </a:rPr>
              <a:t>NATIVE macOS · PRODUCT / 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3ACCF-00B0-4A8E-B852-0B255B3C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2F0EB"/>
                </a:solidFill>
              </a:defRPr>
            </a:pPr>
            <a:r>
              <a:rPr sz="5700" b="1">
                <a:solidFill>
                  <a:srgbClr val="F2F0EB"/>
                </a:solidFill>
              </a:rPr>
              <a:t>Studio Recorder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9E430-B376-402C-B050-60D2B209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A7A49F"/>
                </a:solidFill>
              </a:defRPr>
            </a:pPr>
            <a:r>
              <a:rPr sz="2400" b="0">
                <a:solidFill>
                  <a:srgbClr val="A7A49F"/>
                </a:solidFill>
              </a:rPr>
              <a:t>Capture first. Non-destructive editing later.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33A9E-FF39-4016-A5FE-1D0AAF31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67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BF88D-3B08-4201-A709-C87A7E14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2F0EB"/>
                </a:solidFill>
              </a:defRPr>
            </a:pPr>
            <a:r>
              <a:rPr sz="1800" b="0">
                <a:solidFill>
                  <a:srgbClr val="F2F0EB"/>
                </a:solidFill>
              </a:rPr>
              <a:t>Дизайн-напрямок для зрозумілої, надійної студії запису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C38F9-FC44-45DE-8FEC-76559138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7777C"/>
                </a:solidFill>
              </a:defRPr>
            </a:pPr>
            <a:r>
              <a:rPr sz="1050" b="1">
                <a:solidFill>
                  <a:srgbClr val="77777C"/>
                </a:solidFill>
              </a:rPr>
              <a:t>JULY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275D8-4BFB-49B1-92D2-6457B21C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1912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77777C"/>
                </a:solidFill>
              </a:defRPr>
            </a:pPr>
            <a:r>
              <a:rPr sz="1050" b="1">
                <a:solidFill>
                  <a:srgbClr val="77777C"/>
                </a:solidFill>
              </a:rPr>
              <a:t>PRODUCT DESIGN DIRECTION</a:t>
            </a:r>
          </a:p>
        </p:txBody>
      </p:sp>
    </p:spTree>
    <p:extLst>
      <p:ext uri="{BB962C8B-B14F-4D97-AF65-F5344CB8AC3E}">
        <p14:creationId xmlns:p14="http://schemas.microsoft.com/office/powerpoint/2010/main" val="1852988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6EB77-906B-4414-A0C5-60FA6C65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675B"/>
                </a:solidFill>
              </a:defRPr>
            </a:pPr>
            <a:r>
              <a:rPr sz="1125" b="1">
                <a:solidFill>
                  <a:srgbClr val="E6675B"/>
                </a:solidFill>
              </a:rPr>
              <a:t>CURRENT UX DEBT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5E6AD-D0CF-4F65-8ECB-967D346B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2F0EB"/>
                </a:solidFill>
              </a:defRPr>
            </a:pPr>
            <a:r>
              <a:rPr sz="3600" b="1">
                <a:solidFill>
                  <a:srgbClr val="F2F0EB"/>
                </a:solidFill>
              </a:rPr>
              <a:t>Permission state має пояснювати блокер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C85DF-503F-4BAE-B397-27AE3645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STUDIO RECORDER · DESIGN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5AF2A-7EE9-4FCD-9110-5E1D6E44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7777C"/>
                </a:solidFill>
              </a:defRPr>
            </a:pPr>
            <a:r>
              <a:rPr sz="1050" b="0">
                <a:solidFill>
                  <a:srgbClr val="77777C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BEE03-EB14-41BD-928E-2C659705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A7A49F"/>
                </a:solidFill>
              </a:defRPr>
            </a:pPr>
            <a:r>
              <a:rPr sz="1800" b="0">
                <a:solidFill>
                  <a:srgbClr val="A7A49F"/>
                </a:solidFill>
              </a:rPr>
              <a:t>Замість нескінченного “Checking…” користувач отримує діагноз і наступну дію.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9F8F2-8489-402C-BE72-7F828598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6675B"/>
                </a:solidFill>
              </a:defRPr>
            </a:pPr>
            <a:r>
              <a:rPr sz="2025" b="1">
                <a:solidFill>
                  <a:srgbClr val="E6675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D1207-F3E6-4B60-9587-567023FC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0EB"/>
                </a:solidFill>
              </a:defRPr>
            </a:pPr>
            <a:r>
              <a:rPr sz="1650" b="1">
                <a:solidFill>
                  <a:srgbClr val="F2F0EB"/>
                </a:solidFill>
              </a:rPr>
              <a:t>Назвати permission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FD459-8836-4957-80D5-5F397920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892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Screen Recording, Microphone або Camera.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9FB49-885D-404B-BEF7-DAD2D09A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6675B"/>
                </a:solidFill>
              </a:defRPr>
            </a:pPr>
            <a:r>
              <a:rPr sz="2025" b="1">
                <a:solidFill>
                  <a:srgbClr val="E6675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DF628-0FA1-4FF0-932B-20007F87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1472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0EB"/>
                </a:solidFill>
              </a:defRPr>
            </a:pPr>
            <a:r>
              <a:rPr sz="1650" b="1">
                <a:solidFill>
                  <a:srgbClr val="F2F0EB"/>
                </a:solidFill>
              </a:rPr>
              <a:t>Дати repair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12ADF-5673-4F75-9EA7-877BB318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Open System Settings без пошуку потрібного меню.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8FE35-808A-402A-B597-7FF4560B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6675B"/>
                </a:solidFill>
              </a:defRPr>
            </a:pPr>
            <a:r>
              <a:rPr sz="2025" b="1">
                <a:solidFill>
                  <a:srgbClr val="E6675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4B47A-C3EB-4E06-9763-6BD1C46A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0EB"/>
                </a:solidFill>
              </a:defRPr>
            </a:pPr>
            <a:r>
              <a:rPr sz="1650" b="1">
                <a:solidFill>
                  <a:srgbClr val="F2F0EB"/>
                </a:solidFill>
              </a:rPr>
              <a:t>Перевірити повторно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00C0A-C32E-49B3-891C-60227F8A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910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Автоматично після повернення в апку.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87DB4-6009-44E7-A945-868699CB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371600"/>
            <a:ext cx="7277100" cy="4598194"/>
          </a:xfrm>
          <a:prstGeom xmlns:a="http://schemas.openxmlformats.org/drawingml/2006/main" prst="roundRect">
            <a:avLst>
              <a:gd name="adj" fmla="val 3729"/>
            </a:avLst>
          </a:prstGeom>
          <a:solidFill xmlns:a="http://schemas.openxmlformats.org/drawingml/2006/main">
            <a:srgbClr val="2B2C30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e9195742b43f6"/>
          <a:stretch xmlns:a="http://schemas.openxmlformats.org/drawingml/2006/main"/>
        </p:blipFill>
        <p:spPr>
          <a:xfrm xmlns:a="http://schemas.openxmlformats.org/drawingml/2006/main">
            <a:off x="4362450" y="1438275"/>
            <a:ext cx="7143750" cy="4464844"/>
          </a:xfrm>
          <a:prstGeom xmlns:a="http://schemas.openxmlformats.org/drawingml/2006/main" prst="roundRect">
            <a:avLst>
              <a:gd name="adj" fmla="val 2560"/>
            </a:avLst>
          </a:prstGeom>
        </p:spPr>
      </p:pic>
    </p:spTree>
    <p:extLst>
      <p:ext uri="{BB962C8B-B14F-4D97-AF65-F5344CB8AC3E}">
        <p14:creationId xmlns:p14="http://schemas.microsoft.com/office/powerpoint/2010/main" val="570321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8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A5A7FF-4BF5-445D-8E4A-14B01751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675B"/>
                </a:solidFill>
              </a:defRPr>
            </a:pPr>
            <a:r>
              <a:rPr sz="1125" b="1">
                <a:solidFill>
                  <a:srgbClr val="E6675B"/>
                </a:solidFill>
              </a:rPr>
              <a:t>PRODUCT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AD4BB-81AE-4EFF-9E54-28F511DF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2F0EB"/>
                </a:solidFill>
              </a:defRPr>
            </a:pPr>
            <a:r>
              <a:rPr sz="3600" b="1">
                <a:solidFill>
                  <a:srgbClr val="F2F0EB"/>
                </a:solidFill>
              </a:rPr>
              <a:t>Project — центр продукту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F8704-8F90-4CD9-8408-5B9A21E4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STUDIO RECORDER · DESIGN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48389-B83C-4CAA-9051-27D0B75E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7777C"/>
                </a:solidFill>
              </a:defRPr>
            </a:pPr>
            <a:r>
              <a:rPr sz="1050" b="0">
                <a:solidFill>
                  <a:srgbClr val="77777C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3530D-D4B7-4D03-ABB9-10761758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A7A49F"/>
                </a:solidFill>
              </a:defRPr>
            </a:pPr>
            <a:r>
              <a:rPr sz="1725" b="0">
                <a:solidFill>
                  <a:srgbClr val="A7A49F"/>
                </a:solidFill>
              </a:rPr>
              <a:t>Capture створює durable package. Editor і Recovery працюють з ним, а не з випадковими файлами.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E59AB-D0BF-4456-9B06-160DF116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29000"/>
            <a:ext cx="862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A3B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E1B32-E268-4696-A88C-E5D713AA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3623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16DA5-76DD-4F16-AAC7-BCA91471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623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6DC73-9644-4855-806A-6A9D1F8E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3623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AC0A4-EB08-4560-9EB9-9140EED2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3623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E701A-C6EF-4AC7-84E8-189B6A3C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809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551B8-0B82-4095-9681-062F40DB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77777C"/>
                </a:solidFill>
              </a:defRPr>
            </a:pPr>
            <a:r>
              <a:rPr sz="1125" b="1">
                <a:solidFill>
                  <a:srgbClr val="77777C"/>
                </a:solidFill>
              </a:rPr>
              <a:t>CAPTURE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1E32B-9D9C-4E82-BDAE-9259FBDD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2F0EB"/>
                </a:solidFill>
              </a:defRPr>
            </a:pPr>
            <a:r>
              <a:rPr sz="1875" b="1">
                <a:solidFill>
                  <a:srgbClr val="F2F0EB"/>
                </a:solidFill>
              </a:rPr>
              <a:t>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B0A5F-9E70-4777-AE22-04F406D2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5265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2FAEB-52B6-4143-97AF-35224E9F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717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7F4"/>
                </a:solidFill>
              </a:defRPr>
            </a:pPr>
            <a:r>
              <a:rPr sz="1125" b="1">
                <a:solidFill>
                  <a:srgbClr val="FFF7F4"/>
                </a:solidFill>
              </a:rPr>
              <a:t>PROJECT PACKAGE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58431-0DEF-4033-AD48-E0AF8BAC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650" b="1">
                <a:solidFill>
                  <a:srgbClr val="FFF7F4"/>
                </a:solidFill>
              </a:defRPr>
            </a:pPr>
            <a:r>
              <a:rPr sz="1650" b="1">
                <a:solidFill>
                  <a:srgbClr val="FFF7F4"/>
                </a:solidFill>
              </a:rPr>
              <a:t>Raw tracks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650" b="1">
                <a:solidFill>
                  <a:srgbClr val="FFF7F4"/>
                </a:solidFill>
              </a:defRPr>
            </a:pPr>
            <a:r>
              <a:rPr sz="1650" b="1">
                <a:solidFill>
                  <a:srgbClr val="FFF7F4"/>
                </a:solidFill>
              </a:rPr>
              <a:t>Manifest + journal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329E5-0906-4216-B80C-C2F20AA8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1809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DFBBC-6F4C-4532-B366-5EE9562E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77777C"/>
                </a:solidFill>
              </a:defRPr>
            </a:pPr>
            <a:r>
              <a:rPr sz="1125" b="1">
                <a:solidFill>
                  <a:srgbClr val="77777C"/>
                </a:solidFill>
              </a:rPr>
              <a:t>TARGET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460A5-E53A-4AF2-9269-05312F83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24175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2F0EB"/>
                </a:solidFill>
              </a:defRPr>
            </a:pPr>
            <a:r>
              <a:rPr sz="1875" b="1">
                <a:solidFill>
                  <a:srgbClr val="F2F0EB"/>
                </a:solidFill>
              </a:rPr>
              <a:t>Editor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869F4-BC2C-42D1-8F5E-831CE3A3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1809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4CF87-7B2E-421A-9B4E-2D41A494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479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77777C"/>
                </a:solidFill>
              </a:defRPr>
            </a:pPr>
            <a:r>
              <a:rPr sz="1125" b="1">
                <a:solidFill>
                  <a:srgbClr val="77777C"/>
                </a:solidFill>
              </a:rPr>
              <a:t>DERIVED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82B4D-09CA-4521-96E7-15D3F24B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24175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2F0EB"/>
                </a:solidFill>
              </a:defRPr>
            </a:pPr>
            <a:r>
              <a:rPr sz="1875" b="1">
                <a:solidFill>
                  <a:srgbClr val="F2F0EB"/>
                </a:solidFill>
              </a:rPr>
              <a:t>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9A1D1-ECBE-4BF0-8614-3E2EAED4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62450"/>
            <a:ext cx="76962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002EC-A37C-4937-8AE5-B1E4AE4A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43425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2F0EB"/>
                </a:solidFill>
              </a:defRPr>
            </a:pPr>
            <a:r>
              <a:rPr sz="1950" b="1">
                <a:solidFill>
                  <a:srgbClr val="F2F0EB"/>
                </a:solidFill>
              </a:rPr>
              <a:t>Raw files залишаються недоторканими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1887D-E5BB-4D07-8926-8AC95BE9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0537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Recovery читає той самий journal. Editor зберігає лише інструкції для derived output.</a:t>
            </a:r>
          </a:p>
        </p:txBody>
      </p:sp>
    </p:spTree>
    <p:extLst>
      <p:ext uri="{BB962C8B-B14F-4D97-AF65-F5344CB8AC3E}">
        <p14:creationId xmlns:p14="http://schemas.microsoft.com/office/powerpoint/2010/main" val="280535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59A386-A1CD-4381-AA67-1763C4D7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675B"/>
                </a:solidFill>
              </a:defRPr>
            </a:pPr>
            <a:r>
              <a:rPr sz="1125" b="1">
                <a:solidFill>
                  <a:srgbClr val="E6675B"/>
                </a:solidFill>
              </a:rPr>
              <a:t>INFORMATION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26407-AC66-4248-B24B-DAEEF27A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2F0EB"/>
                </a:solidFill>
              </a:defRPr>
            </a:pPr>
            <a:r>
              <a:rPr sz="3600" b="1">
                <a:solidFill>
                  <a:srgbClr val="F2F0EB"/>
                </a:solidFill>
              </a:rPr>
              <a:t>Два постійні простори. Решта — контекст.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68348-0031-49B4-B691-2D7AD9A8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STUDIO RECORDER · DESIGN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78362-ACBB-4791-942C-F5E5B185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7777C"/>
                </a:solidFill>
              </a:defRPr>
            </a:pPr>
            <a:r>
              <a:rPr sz="1050" b="0">
                <a:solidFill>
                  <a:srgbClr val="77777C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F9443-2919-452F-A145-25BB4F5F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6675B"/>
                </a:solidFill>
              </a:defRPr>
            </a:pPr>
            <a:r>
              <a:rPr sz="1275" b="1">
                <a:solidFill>
                  <a:srgbClr val="E6675B"/>
                </a:solidFill>
              </a:rPr>
              <a:t>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5AF8D-457A-4E5F-8C27-7DCF7B49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2F0EB"/>
                </a:solidFill>
              </a:defRPr>
            </a:pPr>
            <a:r>
              <a:rPr sz="1650" b="0">
                <a:solidFill>
                  <a:srgbClr val="F2F0EB"/>
                </a:solidFill>
              </a:rPr>
              <a:t>Відкрити, продовжити або знайти durable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C8065-C8A8-4802-8920-0EA8547E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6675B"/>
                </a:solidFill>
              </a:defRPr>
            </a:pPr>
            <a:r>
              <a:rPr sz="1275" b="1">
                <a:solidFill>
                  <a:srgbClr val="E6675B"/>
                </a:solidFill>
              </a:rPr>
              <a:t>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2E02D-6968-4CFA-AB8C-486E610A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2F0EB"/>
                </a:solidFill>
              </a:defRPr>
            </a:pPr>
            <a:r>
              <a:rPr sz="1650" b="0">
                <a:solidFill>
                  <a:srgbClr val="F2F0EB"/>
                </a:solidFill>
              </a:rPr>
              <a:t>Налаштувати sources, перевірити audio і записати.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BFB90-4707-4357-9BE9-DDFFA5E8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F53A9-3EC8-450C-B295-354AE8EC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5A44E"/>
                </a:solidFill>
              </a:defRPr>
            </a:pPr>
            <a:r>
              <a:rPr sz="1500" b="1">
                <a:solidFill>
                  <a:srgbClr val="D5A44E"/>
                </a:solidFill>
              </a:rPr>
              <a:t>Recovery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6FC77-E93E-4B02-9C72-BA4BC2C8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з’являється лише для interrupted package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1CB58-499E-4564-900C-0129F70F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F0EB"/>
                </a:solidFill>
              </a:defRPr>
            </a:pPr>
            <a:r>
              <a:rPr sz="1500" b="1">
                <a:solidFill>
                  <a:srgbClr val="F2F0EB"/>
                </a:solidFill>
              </a:rPr>
              <a:t>Settings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88250-69DF-43D2-B9D8-4F0EBD78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окреме compact preferences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AD2AF-4692-430C-AEDF-C52D24A0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371600"/>
            <a:ext cx="7543800" cy="4764881"/>
          </a:xfrm>
          <a:prstGeom xmlns:a="http://schemas.openxmlformats.org/drawingml/2006/main" prst="roundRect">
            <a:avLst>
              <a:gd name="adj" fmla="val 3598"/>
            </a:avLst>
          </a:prstGeom>
          <a:solidFill xmlns:a="http://schemas.openxmlformats.org/drawingml/2006/main">
            <a:srgbClr val="2B2C30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6ce387d624037"/>
          <a:stretch xmlns:a="http://schemas.openxmlformats.org/drawingml/2006/main"/>
        </p:blipFill>
        <p:spPr>
          <a:xfrm xmlns:a="http://schemas.openxmlformats.org/drawingml/2006/main">
            <a:off x="4095750" y="1438275"/>
            <a:ext cx="7410450" cy="4631531"/>
          </a:xfrm>
          <a:prstGeom xmlns:a="http://schemas.openxmlformats.org/drawingml/2006/main" prst="roundRect">
            <a:avLst>
              <a:gd name="adj" fmla="val 2468"/>
            </a:avLst>
          </a:prstGeom>
        </p:spPr>
      </p:pic>
    </p:spTree>
    <p:extLst>
      <p:ext uri="{BB962C8B-B14F-4D97-AF65-F5344CB8AC3E}">
        <p14:creationId xmlns:p14="http://schemas.microsoft.com/office/powerpoint/2010/main" val="19562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F6271E-80AD-4058-9A35-A1635228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675B"/>
                </a:solidFill>
              </a:defRPr>
            </a:pPr>
            <a:r>
              <a:rPr sz="1125" b="1">
                <a:solidFill>
                  <a:srgbClr val="E6675B"/>
                </a:solidFill>
              </a:rPr>
              <a:t>VISUAL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D5E9B-ABBD-41A1-B204-D15C3094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2F0EB"/>
                </a:solidFill>
              </a:defRPr>
            </a:pPr>
            <a:r>
              <a:rPr sz="3600" b="1">
                <a:solidFill>
                  <a:srgbClr val="F2F0EB"/>
                </a:solidFill>
              </a:rPr>
              <a:t>Студійна тиша. Один сигнал.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1616B-48B0-4AA3-B9A9-90105BFD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STUDIO RECORDER · DESIGN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9530B-B6A0-468A-9174-26C500E6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7777C"/>
                </a:solidFill>
              </a:defRPr>
            </a:pPr>
            <a:r>
              <a:rPr sz="1050" b="0">
                <a:solidFill>
                  <a:srgbClr val="77777C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D2416-9C1E-4760-877D-D78A126D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6991350" cy="4419600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2B2C30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00f33b2c84530"/>
          <a:stretch xmlns:a="http://schemas.openxmlformats.org/drawingml/2006/main"/>
        </p:blipFill>
        <p:spPr>
          <a:xfrm xmlns:a="http://schemas.openxmlformats.org/drawingml/2006/main">
            <a:off x="685800" y="1562100"/>
            <a:ext cx="68580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845CD-6D82-4398-8358-B3B1F2BD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7777C"/>
                </a:solidFill>
              </a:defRPr>
            </a:pPr>
            <a:r>
              <a:rPr sz="1200" b="1">
                <a:solidFill>
                  <a:srgbClr val="77777C"/>
                </a:solidFill>
              </a:rPr>
              <a:t>DARK PRIMARY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B9402-51FD-4669-B06C-5D7219BD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2F0EB"/>
                </a:solidFill>
              </a:defRPr>
            </a:pPr>
            <a:r>
              <a:rPr sz="2100" b="1">
                <a:solidFill>
                  <a:srgbClr val="F2F0EB"/>
                </a:solidFill>
              </a:rPr>
              <a:t>Media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FD86F-3E29-4AA9-953C-0CE2112D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717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7A49F"/>
                </a:solidFill>
              </a:defRPr>
            </a:pPr>
            <a:r>
              <a:rPr sz="1425" b="0">
                <a:solidFill>
                  <a:srgbClr val="A7A49F"/>
                </a:solidFill>
              </a:rPr>
              <a:t>Темний production desk тримає увагу на preview і timeline.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5C10D-573D-4D84-AE1C-2C8B0C3F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86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17EE3-643D-4F46-A05E-B8C50CF5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861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F0EB"/>
                </a:solidFill>
              </a:defRPr>
            </a:pPr>
            <a:r>
              <a:rPr sz="1500" b="1">
                <a:solidFill>
                  <a:srgbClr val="F2F0EB"/>
                </a:solidFill>
              </a:rPr>
              <a:t>Signal Coral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8F6E0-2DF4-48BC-A0EF-E1DE6527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81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7A49F"/>
                </a:solidFill>
              </a:defRPr>
            </a:pPr>
            <a:r>
              <a:rPr sz="1200" b="0">
                <a:solidFill>
                  <a:srgbClr val="A7A49F"/>
                </a:solidFill>
              </a:rPr>
              <a:t>record · selection · playhead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E710A-710E-44B8-AE9E-CC41EBEA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B9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15A28-2171-442A-8C67-3D253FDB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719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F0EB"/>
                </a:solidFill>
              </a:defRPr>
            </a:pPr>
            <a:r>
              <a:rPr sz="1500" b="1">
                <a:solidFill>
                  <a:srgbClr val="F2F0EB"/>
                </a:solidFill>
              </a:rPr>
              <a:t>Semantic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2BEF9-EA11-4105-B5CB-A6AE80DF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672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7A49F"/>
                </a:solidFill>
              </a:defRPr>
            </a:pPr>
            <a:r>
              <a:rPr sz="1200" b="0">
                <a:solidFill>
                  <a:srgbClr val="A7A49F"/>
                </a:solidFill>
              </a:rPr>
              <a:t>healthy sources, not a second accent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06358-FE56-43C7-B8B8-E863BEA9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95875"/>
            <a:ext cx="4572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DAD80-FCB7-49F2-B0C2-152CED55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95875"/>
            <a:ext cx="4572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15C96-1132-41EC-82F6-EF092F0D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95875"/>
            <a:ext cx="4572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43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736C1-C5DF-42C4-9B11-9FC095F2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34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Light mode designed separately</a:t>
            </a:r>
          </a:p>
        </p:txBody>
      </p:sp>
    </p:spTree>
    <p:extLst>
      <p:ext uri="{BB962C8B-B14F-4D97-AF65-F5344CB8AC3E}">
        <p14:creationId xmlns:p14="http://schemas.microsoft.com/office/powerpoint/2010/main" val="1249764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BA8969-A141-4DF1-A572-0829C9AD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675B"/>
                </a:solidFill>
              </a:defRPr>
            </a:pPr>
            <a:r>
              <a:rPr sz="1125" b="1">
                <a:solidFill>
                  <a:srgbClr val="E6675B"/>
                </a:solidFill>
              </a:rPr>
              <a:t>STUDIO · BEFORE RECORDING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243A6-2795-46BD-B386-5BE4004C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2F0EB"/>
                </a:solidFill>
              </a:defRPr>
            </a:pPr>
            <a:r>
              <a:rPr sz="3600" b="1">
                <a:solidFill>
                  <a:srgbClr val="F2F0EB"/>
                </a:solidFill>
              </a:rPr>
              <a:t>Ready має відповісти на чотири питання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5A689-F680-4CE6-B258-C5EDB6B0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STUDIO RECORDER · DESIGN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F9D04-06C3-40ED-B469-A48791E7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7777C"/>
                </a:solidFill>
              </a:defRPr>
            </a:pPr>
            <a:r>
              <a:rPr sz="1050" b="0">
                <a:solidFill>
                  <a:srgbClr val="77777C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306A3-5A68-422D-BC6D-BB04624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7981950" cy="5038725"/>
          </a:xfrm>
          <a:prstGeom xmlns:a="http://schemas.openxmlformats.org/drawingml/2006/main" prst="roundRect">
            <a:avLst>
              <a:gd name="adj" fmla="val 3403"/>
            </a:avLst>
          </a:prstGeom>
          <a:solidFill xmlns:a="http://schemas.openxmlformats.org/drawingml/2006/main">
            <a:srgbClr val="2B2C30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5a3e6f26b4fa0"/>
          <a:stretch xmlns:a="http://schemas.openxmlformats.org/drawingml/2006/main"/>
        </p:blipFill>
        <p:spPr>
          <a:xfrm xmlns:a="http://schemas.openxmlformats.org/drawingml/2006/main">
            <a:off x="685800" y="1524000"/>
            <a:ext cx="7848600" cy="4905375"/>
          </a:xfrm>
          <a:prstGeom xmlns:a="http://schemas.openxmlformats.org/drawingml/2006/main" prst="roundRect">
            <a:avLst>
              <a:gd name="adj" fmla="val 233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5CA54-3374-4ED3-8FAD-C0092564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6675B"/>
                </a:solidFill>
              </a:defRPr>
            </a:pPr>
            <a:r>
              <a:rPr sz="2025" b="1">
                <a:solidFill>
                  <a:srgbClr val="E6675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1D761-DF46-4B65-A03E-FC9CFA5A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145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0EB"/>
                </a:solidFill>
              </a:defRPr>
            </a:pPr>
            <a:r>
              <a:rPr sz="1650" b="1">
                <a:solidFill>
                  <a:srgbClr val="F2F0EB"/>
                </a:solidFill>
              </a:rPr>
              <a:t>Що пишемо?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BFDA5-F706-4299-AF30-644121BB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9775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Displays, system audio, microphone.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31C07-6EBC-4FA1-92FD-9FF38A34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527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6675B"/>
                </a:solidFill>
              </a:defRPr>
            </a:pPr>
            <a:r>
              <a:rPr sz="2025" b="1">
                <a:solidFill>
                  <a:srgbClr val="E6675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4DDB1-3FB7-4EAD-82A1-5EDFFE33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527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0EB"/>
                </a:solidFill>
              </a:defRPr>
            </a:pPr>
            <a:r>
              <a:rPr sz="1650" b="1">
                <a:solidFill>
                  <a:srgbClr val="F2F0EB"/>
                </a:solidFill>
              </a:rPr>
              <a:t>Що в кадрі?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6CF77-E76C-40F2-AA18-93092B3A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Великий 16:9 program preview.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E9396-CE70-47EA-855C-C6AEE561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90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6675B"/>
                </a:solidFill>
              </a:defRPr>
            </a:pPr>
            <a:r>
              <a:rPr sz="2025" b="1">
                <a:solidFill>
                  <a:srgbClr val="E6675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E5048-9F41-4198-9A69-3584B559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909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0EB"/>
                </a:solidFill>
              </a:defRPr>
            </a:pPr>
            <a:r>
              <a:rPr sz="1650" b="1">
                <a:solidFill>
                  <a:srgbClr val="F2F0EB"/>
                </a:solidFill>
              </a:rPr>
              <a:t>Чи є audio?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A81CF-3133-41AC-82B6-C8EBBF4F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86225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Live confidence meter перед стартом.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B388B-1905-4CFD-855A-8E2CFF8B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6675B"/>
                </a:solidFill>
              </a:defRPr>
            </a:pPr>
            <a:r>
              <a:rPr sz="2025" b="1">
                <a:solidFill>
                  <a:srgbClr val="E6675B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7225D-CA19-432B-A838-C39E7878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291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0EB"/>
                </a:solidFill>
              </a:defRPr>
            </a:pPr>
            <a:r>
              <a:rPr sz="1650" b="1">
                <a:solidFill>
                  <a:srgbClr val="F2F0EB"/>
                </a:solidFill>
              </a:rPr>
              <a:t>Куди пишемо?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9BDF6-B909-430D-B64C-4183FCC2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244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Path, storage headroom, journal.</a:t>
            </a:r>
          </a:p>
        </p:txBody>
      </p:sp>
    </p:spTree>
    <p:extLst>
      <p:ext uri="{BB962C8B-B14F-4D97-AF65-F5344CB8AC3E}">
        <p14:creationId xmlns:p14="http://schemas.microsoft.com/office/powerpoint/2010/main" val="1074931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20EB9-6936-4942-A342-5538873F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675B"/>
                </a:solidFill>
              </a:defRPr>
            </a:pPr>
            <a:r>
              <a:rPr sz="1125" b="1">
                <a:solidFill>
                  <a:srgbClr val="E6675B"/>
                </a:solidFill>
              </a:rPr>
              <a:t>STUDIO · LIVE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CE732-7588-45B7-A383-48F726A8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2F0EB"/>
                </a:solidFill>
              </a:defRPr>
            </a:pPr>
            <a:r>
              <a:rPr sz="3600" b="1">
                <a:solidFill>
                  <a:srgbClr val="F2F0EB"/>
                </a:solidFill>
              </a:rPr>
              <a:t>Recording показує довіру, не налаштування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01509-1310-4642-A158-767DD481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STUDIO RECORDER · DESIGN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A30E2-1DCF-4A92-B5D6-BD05EBB1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7777C"/>
                </a:solidFill>
              </a:defRPr>
            </a:pPr>
            <a:r>
              <a:rPr sz="1050" b="0">
                <a:solidFill>
                  <a:srgbClr val="77777C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DC95E-49F7-4540-8403-04488342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14475"/>
            <a:ext cx="7562850" cy="4776788"/>
          </a:xfrm>
          <a:prstGeom xmlns:a="http://schemas.openxmlformats.org/drawingml/2006/main" prst="roundRect">
            <a:avLst>
              <a:gd name="adj" fmla="val 3589"/>
            </a:avLst>
          </a:prstGeom>
          <a:solidFill xmlns:a="http://schemas.openxmlformats.org/drawingml/2006/main">
            <a:srgbClr val="2B2C30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e3da5918b47cd"/>
          <a:stretch xmlns:a="http://schemas.openxmlformats.org/drawingml/2006/main"/>
        </p:blipFill>
        <p:spPr>
          <a:xfrm xmlns:a="http://schemas.openxmlformats.org/drawingml/2006/main">
            <a:off x="685800" y="1581150"/>
            <a:ext cx="7429500" cy="4643438"/>
          </a:xfrm>
          <a:prstGeom xmlns:a="http://schemas.openxmlformats.org/drawingml/2006/main" prst="roundRect">
            <a:avLst>
              <a:gd name="adj" fmla="val 24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A2CFF-941A-41D5-9C1F-E5E95C1B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383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2F0EB"/>
                </a:solidFill>
              </a:defRPr>
            </a:pPr>
            <a:r>
              <a:rPr sz="2025" b="1">
                <a:solidFill>
                  <a:srgbClr val="F2F0EB"/>
                </a:solidFill>
              </a:rPr>
              <a:t>Sources locked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2F0EB"/>
                </a:solidFill>
              </a:defRPr>
            </a:pPr>
            <a:r>
              <a:rPr sz="2025" b="1">
                <a:solidFill>
                  <a:srgbClr val="F2F0EB"/>
                </a:solidFill>
              </a:rPr>
              <a:t>під час запису.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A656C-F92F-4491-A03F-7B2A711F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67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D6402-B596-43BB-BAEF-2ED072F6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670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Таймер і Stop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65BB2-B59B-4941-93FB-5B346B2B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385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Source health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87E0C-3E58-4FDE-A074-7BD556D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00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Dropped frames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4C9EE-396A-4878-BD4D-01793C96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815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Disk headroom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DFD98-B810-4D79-A895-6DBD628A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530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62B982"/>
                </a:solidFill>
              </a:defRPr>
            </a:pPr>
            <a:r>
              <a:rPr sz="1575" b="1">
                <a:solidFill>
                  <a:srgbClr val="62B982"/>
                </a:solidFill>
              </a:rPr>
              <a:t>Journal heartbeat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31CF5-7BE5-452E-8924-D04D8785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Єдина primary action — Stop (⌘R).</a:t>
            </a:r>
          </a:p>
        </p:txBody>
      </p:sp>
    </p:spTree>
    <p:extLst>
      <p:ext uri="{BB962C8B-B14F-4D97-AF65-F5344CB8AC3E}">
        <p14:creationId xmlns:p14="http://schemas.microsoft.com/office/powerpoint/2010/main" val="306989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EFA02-8CAB-43CF-9B48-919485D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675B"/>
                </a:solidFill>
              </a:defRPr>
            </a:pPr>
            <a:r>
              <a:rPr sz="1125" b="1">
                <a:solidFill>
                  <a:srgbClr val="E6675B"/>
                </a:solidFill>
              </a:rPr>
              <a:t>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C0227-797E-4638-935F-40718ED6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2F0EB"/>
                </a:solidFill>
              </a:defRPr>
            </a:pPr>
            <a:r>
              <a:rPr sz="3600" b="1">
                <a:solidFill>
                  <a:srgbClr val="F2F0EB"/>
                </a:solidFill>
              </a:rPr>
              <a:t>Recovery — продуктова обіцянка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F2F50-C33A-48AC-9A9F-4A6070B4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STUDIO RECORDER · DESIGN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572B9-31A8-4251-BA1C-E0BAAB93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7777C"/>
                </a:solidFill>
              </a:defRPr>
            </a:pPr>
            <a:r>
              <a:rPr sz="1050" b="0">
                <a:solidFill>
                  <a:srgbClr val="77777C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2CDB3-5713-407B-904A-963BE85A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F2F0EB"/>
                </a:solidFill>
              </a:defRPr>
            </a:pPr>
            <a:r>
              <a:rPr sz="1725" b="0">
                <a:solidFill>
                  <a:srgbClr val="F2F0EB"/>
                </a:solidFill>
              </a:rPr>
              <a:t>Не “error”, а точна відповідь: що вижило і що робити далі.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57BF7-C018-44CF-BAD6-69DD426E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A4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26398-2F3B-4753-8D38-766AF1A6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B982"/>
                </a:solidFill>
              </a:defRPr>
            </a:pPr>
            <a:r>
              <a:rPr sz="1650" b="1">
                <a:solidFill>
                  <a:srgbClr val="62B982"/>
                </a:solidFill>
              </a:rPr>
              <a:t>Finalized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E63B6-53AD-43A0-829C-1870D447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7A49F"/>
                </a:solidFill>
              </a:defRPr>
            </a:pPr>
            <a:r>
              <a:rPr sz="1350" b="0">
                <a:solidFill>
                  <a:srgbClr val="A7A49F"/>
                </a:solidFill>
              </a:rPr>
              <a:t>Кожен raw track має власний статус.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3CAD0-4BD9-42AF-B3FE-80D0C8ED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D5A44E"/>
                </a:solidFill>
              </a:defRPr>
            </a:pPr>
            <a:r>
              <a:rPr sz="1650" b="1">
                <a:solidFill>
                  <a:srgbClr val="D5A44E"/>
                </a:solidFill>
              </a:rPr>
              <a:t>Partial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D9F26-585B-4BB2-AC9A-29E3E170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7A49F"/>
                </a:solidFill>
              </a:defRPr>
            </a:pPr>
            <a:r>
              <a:rPr sz="1350" b="0">
                <a:solidFill>
                  <a:srgbClr val="A7A49F"/>
                </a:solidFill>
              </a:rPr>
              <a:t>Проблемний tail не ховається за загальним alert.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4FC3D-3005-482D-B440-B6332417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0EB"/>
                </a:solidFill>
              </a:defRPr>
            </a:pPr>
            <a:r>
              <a:rPr sz="1650" b="1">
                <a:solidFill>
                  <a:srgbClr val="F2F0EB"/>
                </a:solidFill>
              </a:rPr>
              <a:t>Actionable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C41F4-2F11-41DC-A7BC-39F6AA44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7A49F"/>
                </a:solidFill>
              </a:defRPr>
            </a:pPr>
            <a:r>
              <a:rPr sz="1350" b="0">
                <a:solidFill>
                  <a:srgbClr val="A7A49F"/>
                </a:solidFill>
              </a:rPr>
              <a:t>Open recovered project або discard package.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0C3F4-1233-4B73-A3B8-84CCD74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447800"/>
            <a:ext cx="7543800" cy="4764881"/>
          </a:xfrm>
          <a:prstGeom xmlns:a="http://schemas.openxmlformats.org/drawingml/2006/main" prst="roundRect">
            <a:avLst>
              <a:gd name="adj" fmla="val 3598"/>
            </a:avLst>
          </a:prstGeom>
          <a:solidFill xmlns:a="http://schemas.openxmlformats.org/drawingml/2006/main">
            <a:srgbClr val="2B2C30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db3dfaf0c449d"/>
          <a:stretch xmlns:a="http://schemas.openxmlformats.org/drawingml/2006/main"/>
        </p:blipFill>
        <p:spPr>
          <a:xfrm xmlns:a="http://schemas.openxmlformats.org/drawingml/2006/main">
            <a:off x="4095750" y="1514475"/>
            <a:ext cx="7410450" cy="4631531"/>
          </a:xfrm>
          <a:prstGeom xmlns:a="http://schemas.openxmlformats.org/drawingml/2006/main" prst="roundRect">
            <a:avLst>
              <a:gd name="adj" fmla="val 2468"/>
            </a:avLst>
          </a:prstGeom>
        </p:spPr>
      </p:pic>
    </p:spTree>
    <p:extLst>
      <p:ext uri="{BB962C8B-B14F-4D97-AF65-F5344CB8AC3E}">
        <p14:creationId xmlns:p14="http://schemas.microsoft.com/office/powerpoint/2010/main" val="7948029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282011-5780-408F-9FDD-88D1811C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675B"/>
                </a:solidFill>
              </a:defRPr>
            </a:pPr>
            <a:r>
              <a:rPr sz="1125" b="1">
                <a:solidFill>
                  <a:srgbClr val="E6675B"/>
                </a:solidFill>
              </a:rPr>
              <a:t>TARGET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E45D2-7918-470F-820A-7B51E3E3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2F0EB"/>
                </a:solidFill>
              </a:defRPr>
            </a:pPr>
            <a:r>
              <a:rPr sz="3600" b="1">
                <a:solidFill>
                  <a:srgbClr val="F2F0EB"/>
                </a:solidFill>
              </a:rPr>
              <a:t>Editor не змінює raw tracks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C61DB-8764-4519-81B2-D83788DF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STUDIO RECORDER · DESIGN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1C3BF-8BA1-4C8A-80CF-0BA8A46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7777C"/>
                </a:solidFill>
              </a:defRPr>
            </a:pPr>
            <a:r>
              <a:rPr sz="1050" b="0">
                <a:solidFill>
                  <a:srgbClr val="77777C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1FDBA-81C8-4585-B502-102F75D4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14475"/>
            <a:ext cx="7943850" cy="5014913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2B2C30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30d40d7dc4cf7"/>
          <a:stretch xmlns:a="http://schemas.openxmlformats.org/drawingml/2006/main"/>
        </p:blipFill>
        <p:spPr>
          <a:xfrm xmlns:a="http://schemas.openxmlformats.org/drawingml/2006/main">
            <a:off x="685800" y="1581150"/>
            <a:ext cx="7810500" cy="4881563"/>
          </a:xfrm>
          <a:prstGeom xmlns:a="http://schemas.openxmlformats.org/drawingml/2006/main" prst="roundRect">
            <a:avLst>
              <a:gd name="adj" fmla="val 23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0CB94-3F5F-46F5-89A6-F04A45D2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675B"/>
                </a:solidFill>
              </a:defRPr>
            </a:pPr>
            <a:r>
              <a:rPr sz="1200" b="1">
                <a:solidFill>
                  <a:srgbClr val="E6675B"/>
                </a:solidFill>
              </a:rPr>
              <a:t>NON-DESTRUCTIVE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6DD33-1FA7-4190-9590-2F2A9A8A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2F0EB"/>
                </a:solidFill>
              </a:defRPr>
            </a:pPr>
            <a:r>
              <a:rPr sz="2100" b="1">
                <a:solidFill>
                  <a:srgbClr val="F2F0EB"/>
                </a:solidFill>
              </a:rPr>
              <a:t>Preview + timeline + inspector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235CB-D846-45E9-A789-BC006187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24C18-2D7B-4FF6-AD6F-8BB42728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Camera keyframes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952CE-1BC0-4102-8474-F0466A68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Transcript cuts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34837-06BE-4F5F-8526-C88F6C47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29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Derived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FDCC8-0A1C-4B60-BA54-7A63918F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F442D-1FAA-4719-B15F-97FFA485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3816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D5A44E"/>
                </a:solidFill>
              </a:defRPr>
            </a:pPr>
            <a:r>
              <a:rPr sz="1275" b="1">
                <a:solidFill>
                  <a:srgbClr val="D5A44E"/>
                </a:solidFill>
              </a:rPr>
              <a:t>Не MVP capture slice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8953E-B9B7-4B26-8694-7713CE0A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6388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A7A49F"/>
                </a:solidFill>
              </a:defRPr>
            </a:pPr>
            <a:r>
              <a:rPr sz="1200" b="0">
                <a:solidFill>
                  <a:srgbClr val="A7A49F"/>
                </a:solidFill>
              </a:rPr>
              <a:t>Окремий наступний шар</a:t>
            </a:r>
          </a:p>
        </p:txBody>
      </p:sp>
    </p:spTree>
    <p:extLst>
      <p:ext uri="{BB962C8B-B14F-4D97-AF65-F5344CB8AC3E}">
        <p14:creationId xmlns:p14="http://schemas.microsoft.com/office/powerpoint/2010/main" val="449952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E34E12-6EE6-4F81-A249-373AFF58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675B"/>
                </a:solidFill>
              </a:defRPr>
            </a:pPr>
            <a:r>
              <a:rPr sz="1125" b="1">
                <a:solidFill>
                  <a:srgbClr val="E6675B"/>
                </a:solidFill>
              </a:rPr>
              <a:t>PREFERENCES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2FEE6-9EA4-4088-AC44-F43F0722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2F0EB"/>
                </a:solidFill>
              </a:defRPr>
            </a:pPr>
            <a:r>
              <a:rPr sz="3600" b="1">
                <a:solidFill>
                  <a:srgbClr val="F2F0EB"/>
                </a:solidFill>
              </a:rPr>
              <a:t>Settings фіксують capture-контракт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253DC-F208-41DE-832E-D07F606D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STUDIO RECORDER · DESIGN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A6BE3-C209-465B-B1F9-D8C4CD85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7777C"/>
                </a:solidFill>
              </a:defRPr>
            </a:pPr>
            <a:r>
              <a:rPr sz="1050" b="0">
                <a:solidFill>
                  <a:srgbClr val="77777C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A4966-46F2-4343-8504-880AE50E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2F0EB"/>
                </a:solidFill>
              </a:defRPr>
            </a:pPr>
            <a:r>
              <a:rPr sz="2025" b="1">
                <a:solidFill>
                  <a:srgbClr val="F2F0EB"/>
                </a:solidFill>
              </a:rPr>
              <a:t>Не “options soup”, а defaults для нової session.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E5289-9924-40CA-BA1D-B613D3D6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1080p adaptive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D7037-628F-4357-A6B5-0AAC95A7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30 fps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7CDE6-9F78-4219-8C9D-F15515AF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HEVC → H.264 fallback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CCF1D-E2C7-4153-B559-EDC07386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Cursor included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AC6AD-2692-4A13-93A2-2DED0F50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2F0EB"/>
                </a:solidFill>
              </a:defRPr>
            </a:pPr>
            <a:r>
              <a:rPr sz="1575" b="1">
                <a:solidFill>
                  <a:srgbClr val="F2F0EB"/>
                </a:solidFill>
              </a:rPr>
              <a:t>Project 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2E33A-443A-428D-8EBA-91F95BE9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27241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04B13-4640-43F6-A130-38A3A71E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E6675B"/>
                </a:solidFill>
              </a:defRPr>
            </a:pPr>
            <a:r>
              <a:rPr sz="1350" b="1">
                <a:solidFill>
                  <a:srgbClr val="E6675B"/>
                </a:solidFill>
              </a:rPr>
              <a:t>Locked while recording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7FB4C-AB1A-479F-AD45-3A38DFBA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38275"/>
            <a:ext cx="7639050" cy="4824413"/>
          </a:xfrm>
          <a:prstGeom xmlns:a="http://schemas.openxmlformats.org/drawingml/2006/main" prst="roundRect">
            <a:avLst>
              <a:gd name="adj" fmla="val 3554"/>
            </a:avLst>
          </a:prstGeom>
          <a:solidFill xmlns:a="http://schemas.openxmlformats.org/drawingml/2006/main">
            <a:srgbClr val="2B2C30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c5707c9654e09"/>
          <a:stretch xmlns:a="http://schemas.openxmlformats.org/drawingml/2006/main"/>
        </p:blipFill>
        <p:spPr>
          <a:xfrm xmlns:a="http://schemas.openxmlformats.org/drawingml/2006/main">
            <a:off x="4000500" y="1504950"/>
            <a:ext cx="7505700" cy="4691063"/>
          </a:xfrm>
          <a:prstGeom xmlns:a="http://schemas.openxmlformats.org/drawingml/2006/main" prst="roundRect">
            <a:avLst>
              <a:gd name="adj" fmla="val 2437"/>
            </a:avLst>
          </a:prstGeom>
        </p:spPr>
      </p:pic>
    </p:spTree>
    <p:extLst>
      <p:ext uri="{BB962C8B-B14F-4D97-AF65-F5344CB8AC3E}">
        <p14:creationId xmlns:p14="http://schemas.microsoft.com/office/powerpoint/2010/main" val="1691769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C9F1F0-74CC-4F0E-A319-6D9FB7B2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675B"/>
                </a:solidFill>
              </a:defRPr>
            </a:pPr>
            <a:r>
              <a:rPr sz="1125" b="1">
                <a:solidFill>
                  <a:srgbClr val="E6675B"/>
                </a:solidFill>
              </a:rPr>
              <a:t>IMPLEMENTATION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693A3-A031-4070-9579-808813CC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2F0EB"/>
                </a:solidFill>
              </a:defRPr>
            </a:pPr>
            <a:r>
              <a:rPr sz="3600" b="1">
                <a:solidFill>
                  <a:srgbClr val="F2F0EB"/>
                </a:solidFill>
              </a:rPr>
              <a:t>UI нарощуємо в правильному порядку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9B7E6-6C6A-4E08-A84C-2B9A5410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STUDIO RECORDER · DESIGN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21C22-8690-4395-8B42-CC9516D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7777C"/>
                </a:solidFill>
              </a:defRPr>
            </a:pPr>
            <a:r>
              <a:rPr sz="1050" b="0">
                <a:solidFill>
                  <a:srgbClr val="77777C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16E1C-E8FA-4C91-8A44-9BF6EB60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A7A49F"/>
                </a:solidFill>
              </a:defRPr>
            </a:pPr>
            <a:r>
              <a:rPr sz="1725" b="0">
                <a:solidFill>
                  <a:srgbClr val="A7A49F"/>
                </a:solidFill>
              </a:rPr>
              <a:t>Спершу робимо working capture зрозумілим. Лише потім додаємо editing surface.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61191-DD61-429E-A38D-ADFBC875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A3B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1A676-6E6C-4C25-9BB9-1A8AE31F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0A609-B6F2-4F8E-A1A6-19B115AD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39399-0C83-43AD-B5F7-38DD56CC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36A4C-2AFD-4A1F-BFBD-5C1F1E78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79AC9-18EC-4C68-AF53-A6C8E462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E6675B"/>
                </a:solidFill>
              </a:defRPr>
            </a:pPr>
            <a:r>
              <a:rPr sz="3150" b="1">
                <a:solidFill>
                  <a:srgbClr val="E6675B"/>
                </a:solidFill>
              </a:rPr>
              <a:t>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A3515-3F59-44D2-83DE-2169320F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2B982"/>
                </a:solidFill>
              </a:defRPr>
            </a:pPr>
            <a:r>
              <a:rPr sz="975" b="1">
                <a:solidFill>
                  <a:srgbClr val="62B982"/>
                </a:solidFill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08C84-AD1C-458D-946E-2AA6E7A6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2F0EB"/>
                </a:solidFill>
              </a:defRPr>
            </a:pPr>
            <a:r>
              <a:rPr sz="1950" b="1">
                <a:solidFill>
                  <a:srgbClr val="F2F0EB"/>
                </a:solidFill>
              </a:rPr>
              <a:t>Permissions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A90B8-491E-4C92-9C68-84CB12C2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A7A49F"/>
                </a:solidFill>
              </a:defRPr>
            </a:pPr>
            <a:r>
              <a:rPr sz="1425" b="0">
                <a:solidFill>
                  <a:srgbClr val="A7A49F"/>
                </a:solidFill>
              </a:rPr>
              <a:t>Diagnosis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A7A49F"/>
                </a:solidFill>
              </a:defRPr>
            </a:pPr>
            <a:r>
              <a:rPr sz="1425" b="0">
                <a:solidFill>
                  <a:srgbClr val="A7A49F"/>
                </a:solidFill>
              </a:rPr>
              <a:t>+ repair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5042E-EB95-4CBB-9F4D-A9A6AC9A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E6675B"/>
                </a:solidFill>
              </a:defRPr>
            </a:pPr>
            <a:r>
              <a:rPr sz="3150" b="1">
                <a:solidFill>
                  <a:srgbClr val="E6675B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2142D-43C6-4684-A622-4AEDF606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336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2B982"/>
                </a:solidFill>
              </a:defRPr>
            </a:pPr>
            <a:r>
              <a:rPr sz="975" b="1">
                <a:solidFill>
                  <a:srgbClr val="62B982"/>
                </a:solidFill>
              </a:rP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F6109-CA16-4537-9DFD-4A7647CF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2F0EB"/>
                </a:solidFill>
              </a:defRPr>
            </a:pPr>
            <a:r>
              <a:rPr sz="1950" b="1">
                <a:solidFill>
                  <a:srgbClr val="F2F0EB"/>
                </a:solidFill>
              </a:rPr>
              <a:t>Studio shell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CB9BE-4A24-4D53-ACB9-583157E8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243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A7A49F"/>
                </a:solidFill>
              </a:defRPr>
            </a:pPr>
            <a:r>
              <a:rPr sz="1425" b="0">
                <a:solidFill>
                  <a:srgbClr val="A7A49F"/>
                </a:solidFill>
              </a:rPr>
              <a:t>Stage · sources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A7A49F"/>
                </a:solidFill>
              </a:defRPr>
            </a:pPr>
            <a:r>
              <a:rPr sz="1425" b="0">
                <a:solidFill>
                  <a:srgbClr val="A7A49F"/>
                </a:solidFill>
              </a:rPr>
              <a:t>recording health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5FAAE-9810-428A-9AB8-5BE09B1A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E6675B"/>
                </a:solidFill>
              </a:defRPr>
            </a:pPr>
            <a:r>
              <a:rPr sz="3150" b="1">
                <a:solidFill>
                  <a:srgbClr val="E6675B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26F52-5223-480D-8F02-158D65C2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336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THEN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D15C8-6CBE-41C9-879B-2A8926E1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76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2F0EB"/>
                </a:solidFill>
              </a:defRPr>
            </a:pPr>
            <a:r>
              <a:rPr sz="1950" b="1">
                <a:solidFill>
                  <a:srgbClr val="F2F0EB"/>
                </a:solidFill>
              </a:rPr>
              <a:t>Projects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EECF6-3B5D-4EAD-91DC-E33A91B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A7A49F"/>
                </a:solidFill>
              </a:defRPr>
            </a:pPr>
            <a:r>
              <a:rPr sz="1425" b="0">
                <a:solidFill>
                  <a:srgbClr val="A7A49F"/>
                </a:solidFill>
              </a:rPr>
              <a:t>Discovery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A7A49F"/>
                </a:solidFill>
              </a:defRPr>
            </a:pPr>
            <a:r>
              <a:rPr sz="1425" b="0">
                <a:solidFill>
                  <a:srgbClr val="A7A49F"/>
                </a:solidFill>
              </a:rPr>
              <a:t>+ 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649D9-1573-412B-97B2-13540D23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77777C"/>
                </a:solidFill>
              </a:defRPr>
            </a:pPr>
            <a:r>
              <a:rPr sz="3150" b="1">
                <a:solidFill>
                  <a:srgbClr val="77777C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9D639-5BE8-48DF-B752-D045A462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336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7777C"/>
                </a:solidFill>
              </a:defRPr>
            </a:pPr>
            <a:r>
              <a:rPr sz="975" b="1">
                <a:solidFill>
                  <a:srgbClr val="77777C"/>
                </a:solidFill>
              </a:rPr>
              <a:t>LATER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871420-E7E3-4106-9BED-82D6720F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76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2F0EB"/>
                </a:solidFill>
              </a:defRPr>
            </a:pPr>
            <a:r>
              <a:rPr sz="1950" b="1">
                <a:solidFill>
                  <a:srgbClr val="F2F0EB"/>
                </a:solidFill>
              </a:rPr>
              <a:t>Editor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0FB7A-E4CD-43CF-ADC7-14064C56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243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A7A49F"/>
                </a:solidFill>
              </a:defRPr>
            </a:pPr>
            <a:r>
              <a:rPr sz="1425" b="0">
                <a:solidFill>
                  <a:srgbClr val="A7A49F"/>
                </a:solidFill>
              </a:rPr>
              <a:t>Camera · transcript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A7A49F"/>
                </a:solidFill>
              </a:defRPr>
            </a:pPr>
            <a:r>
              <a:rPr sz="1425" b="0">
                <a:solidFill>
                  <a:srgbClr val="A7A49F"/>
                </a:solidFill>
              </a:rPr>
              <a:t>export · streaming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D3D51-355F-4C0B-8E8E-449B2DA1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BD4C9-58FE-41AA-9ED3-61E94A83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1017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2F0EB"/>
                </a:solidFill>
              </a:defRPr>
            </a:pPr>
            <a:r>
              <a:rPr sz="1950" b="1">
                <a:solidFill>
                  <a:srgbClr val="F2F0EB"/>
                </a:solidFill>
              </a:rPr>
              <a:t>Existing coordinator stays. We replace the presentation layer first.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2D3734-78F7-4B86-8C84-E969B959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3880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A49F"/>
                </a:solidFill>
              </a:defRPr>
            </a:pPr>
            <a:r>
              <a:rPr sz="1275" b="0">
                <a:solidFill>
                  <a:srgbClr val="A7A49F"/>
                </a:solidFill>
              </a:rPr>
              <a:t>No compositor or transcript promise inside the capture MVP.</a:t>
            </a:r>
          </a:p>
        </p:txBody>
      </p:sp>
    </p:spTree>
    <p:extLst>
      <p:ext uri="{BB962C8B-B14F-4D97-AF65-F5344CB8AC3E}">
        <p14:creationId xmlns:p14="http://schemas.microsoft.com/office/powerpoint/2010/main" val="7133265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15A69E-D6C2-4466-B700-1C447183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B2C30"/>
          </a:solidFill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211EA-1AE0-447A-B4C2-29F25EC3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04850"/>
            <a:ext cx="476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51154-2C89-4780-8546-7C2F83E0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4850"/>
            <a:ext cx="476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40CB5-9CF4-47A6-9161-01C9EE92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675B"/>
                </a:solidFill>
              </a:defRPr>
            </a:pPr>
            <a:r>
              <a:rPr sz="1200" b="1">
                <a:solidFill>
                  <a:srgbClr val="E6675B"/>
                </a:solidFill>
              </a:rPr>
              <a:t>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C554C-74DF-4696-A19D-284AD44F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800" b="1">
                <a:solidFill>
                  <a:srgbClr val="F2F0EB"/>
                </a:solidFill>
              </a:defRPr>
            </a:pPr>
            <a:r>
              <a:rPr sz="4800" b="1">
                <a:solidFill>
                  <a:srgbClr val="F2F0EB"/>
                </a:solidFill>
              </a:rPr>
              <a:t>Спершу зробити запис зрозумілим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E3B95-AC33-46D4-9ECA-9DFD05D6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A7A49F"/>
                </a:solidFill>
              </a:defRPr>
            </a:pPr>
            <a:r>
              <a:rPr sz="2100" b="0">
                <a:solidFill>
                  <a:srgbClr val="A7A49F"/>
                </a:solidFill>
              </a:rPr>
              <a:t>Схвалити project-centric напрямок і перейти до capture shell.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DD024-6C84-4B6A-9BF3-71B193D2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B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41801-237F-4CED-A47C-30EF5BCB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E6675B"/>
                </a:solidFill>
              </a:defRPr>
            </a:pPr>
            <a:r>
              <a:rPr sz="2550" b="1">
                <a:solidFill>
                  <a:srgbClr val="E6675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84245-5C40-4A79-8DEE-2A7FC683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2F0EB"/>
                </a:solidFill>
              </a:defRPr>
            </a:pPr>
            <a:r>
              <a:rPr sz="1800" b="1">
                <a:solidFill>
                  <a:srgbClr val="F2F0EB"/>
                </a:solidFill>
              </a:rPr>
              <a:t>Permission diagnosis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F4C9E-2637-4202-B6B2-9218B3FB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7A49F"/>
                </a:solidFill>
              </a:defRPr>
            </a:pPr>
            <a:r>
              <a:rPr sz="1350" b="0">
                <a:solidFill>
                  <a:srgbClr val="A7A49F"/>
                </a:solidFill>
              </a:rPr>
              <a:t>Прибрати indefinite checking.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83399-420F-4F57-9C70-EACFB9F8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E6675B"/>
                </a:solidFill>
              </a:defRPr>
            </a:pPr>
            <a:r>
              <a:rPr sz="2550" b="1">
                <a:solidFill>
                  <a:srgbClr val="E6675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D349E-4E14-4086-BE83-40055431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2F0EB"/>
                </a:solidFill>
              </a:defRPr>
            </a:pPr>
            <a:r>
              <a:rPr sz="1800" b="1">
                <a:solidFill>
                  <a:srgbClr val="F2F0EB"/>
                </a:solidFill>
              </a:rPr>
              <a:t>Studio ready / recording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7C333-5832-4B7C-9DC8-C1EC68AA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768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7A49F"/>
                </a:solidFill>
              </a:defRPr>
            </a:pPr>
            <a:r>
              <a:rPr sz="1350" b="0">
                <a:solidFill>
                  <a:srgbClr val="A7A49F"/>
                </a:solidFill>
              </a:rPr>
              <a:t>Stage, sources, health, Stop.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30D11-A5D6-4529-AEE5-92E0963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E6675B"/>
                </a:solidFill>
              </a:defRPr>
            </a:pPr>
            <a:r>
              <a:rPr sz="2550" b="1">
                <a:solidFill>
                  <a:srgbClr val="E6675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99E0D-E880-4D12-97D0-1C584B7E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76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2F0EB"/>
                </a:solidFill>
              </a:defRPr>
            </a:pPr>
            <a:r>
              <a:rPr sz="1800" b="1">
                <a:solidFill>
                  <a:srgbClr val="F2F0EB"/>
                </a:solidFill>
              </a:rPr>
              <a:t>Projects +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7847F-70D8-49DF-AF9D-B50C040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768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7A49F"/>
                </a:solidFill>
              </a:defRPr>
            </a:pPr>
            <a:r>
              <a:rPr sz="1350" b="0">
                <a:solidFill>
                  <a:srgbClr val="A7A49F"/>
                </a:solidFill>
              </a:rPr>
              <a:t>Відкрити durable package.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C9AB2-022E-496A-B0AE-F3066538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7777C"/>
                </a:solidFill>
              </a:defRPr>
            </a:pPr>
            <a:r>
              <a:rPr sz="1125" b="0">
                <a:solidFill>
                  <a:srgbClr val="77777C"/>
                </a:solidFill>
              </a:rPr>
              <a:t>HTML prototype and Stitch-ready design system are already prepared.</a:t>
            </a:r>
          </a:p>
        </p:txBody>
      </p:sp>
    </p:spTree>
    <p:extLst>
      <p:ext uri="{BB962C8B-B14F-4D97-AF65-F5344CB8AC3E}">
        <p14:creationId xmlns:p14="http://schemas.microsoft.com/office/powerpoint/2010/main" val="1712522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524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266700" dist="114300" dir="5400000">
              <a:srgbClr val="5A1713">
                <a:alpha val="3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2026-07-13T17:00:37.9110000Z</dcterms:created>
  <dcterms:modified xsi:type="dcterms:W3CDTF">2026-07-13T17:00:37.9110000Z</dcterms:modified>
</coreProperties>
</file>